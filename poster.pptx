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38404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7562088" cy="6848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</a:defRPr>
            </a:pPr>
            <a:r>
              <a:t>STORE ·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夏日清凉菜单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ICE · DRINK · SNACK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DE68A"/>
                </a:solidFill>
              </a:defRPr>
            </a:pPr>
            <a:r>
              <a:t>✨ 幸运大转盘火热进行中！中奖率 70%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11480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114800"/>
            <a:ext cx="31089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🍧 甜品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62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B4B"/>
                </a:solidFill>
              </a:defRPr>
            </a:pPr>
            <a:r>
              <a:t>冰粉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t>¥5.00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库存 9 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11480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4114800"/>
            <a:ext cx="31089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🍧 甜品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4462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B4B"/>
                </a:solidFill>
              </a:defRPr>
            </a:pPr>
            <a:r>
              <a:t>冰沙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t>¥2.00  原¥2.50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937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</a:defRPr>
            </a:pPr>
            <a:r>
              <a:t>-20.0%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库存 15 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89788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897880"/>
            <a:ext cx="3108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🥤 饮品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45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B4B"/>
                </a:solidFill>
              </a:defRPr>
            </a:pPr>
            <a:r>
              <a:t>饮料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720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¥2.50  原¥3.00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6720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</a:defRPr>
            </a:pPr>
            <a:r>
              <a:t>-16.5%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086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库存 11 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589788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5897880"/>
            <a:ext cx="3108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4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🥔 零食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6245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1B4B"/>
                </a:solidFill>
              </a:defRPr>
            </a:pPr>
            <a:r>
              <a:t>薯片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6720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¥2.00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7086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库存 14 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7955280"/>
            <a:ext cx="6739128" cy="12801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8092440"/>
            <a:ext cx="6739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2400E"/>
                </a:solidFill>
              </a:defRPr>
            </a:pPr>
            <a:r>
              <a:t>🎰 幸运大转盘 · 100% 中奖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8503920"/>
            <a:ext cx="6739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350F"/>
                </a:solidFill>
              </a:defRPr>
            </a:pPr>
            <a:r>
              <a:t>抽中「薯」「片」「好吃」免费领 2 包薯片！   每 3 次抽奖 2 次中奖   中奖概率透明 · 无套路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9144000"/>
            <a:ext cx="6739128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e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326880"/>
            <a:ext cx="822960" cy="8229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80" y="101955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微信</a:t>
            </a:r>
          </a:p>
        </p:txBody>
      </p:sp>
      <p:pic>
        <p:nvPicPr>
          <p:cNvPr id="40" name="Picture 39" descr="alip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9326880"/>
            <a:ext cx="822960" cy="8229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286000" y="101955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支付宝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9418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📱 扫码点单 / 支付</a:t>
            </a:r>
            <a:br/>
            <a:r>
              <a:t>微信 · 支付宝   欢迎来店品尝！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